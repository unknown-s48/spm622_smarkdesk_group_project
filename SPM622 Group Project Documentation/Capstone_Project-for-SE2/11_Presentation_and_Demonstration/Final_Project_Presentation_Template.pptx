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CAPSTONE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Title</a:t>
            </a:r>
          </a:p>
          <a:p>
            <a:r>
              <a:t>Group Members</a:t>
            </a:r>
          </a:p>
          <a:p>
            <a:r>
              <a:t>Occupational Certificate: Software Engineer</a:t>
            </a:r>
          </a:p>
          <a:p>
            <a:r>
              <a:t>Supervisor: Mr. Lusukama Selemani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1. 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real-world problem did you identify?</a:t>
            </a:r>
          </a:p>
          <a:p>
            <a:r>
              <a:t>Who is affected?</a:t>
            </a:r>
          </a:p>
          <a:p>
            <a:r>
              <a:t>Why does it matter?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 Aim, Objectives &amp;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the project aim.</a:t>
            </a:r>
          </a:p>
          <a:p>
            <a:r>
              <a:t>Show measurable objectives.</a:t>
            </a:r>
          </a:p>
          <a:p>
            <a:r>
              <a:t>Show how research questions align.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 Literature Review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 existing research/systems show?</a:t>
            </a:r>
          </a:p>
          <a:p>
            <a:r>
              <a:t>What limitations or gap did you identify?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4. Requirements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</a:t>
            </a:r>
          </a:p>
          <a:p>
            <a:r>
              <a:t>Non-functional requirements</a:t>
            </a:r>
          </a:p>
          <a:p>
            <a:r>
              <a:t>Development methodology / SDLC</a:t>
            </a:r>
          </a:p>
          <a:p>
            <a:r>
              <a:t>Key use cases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5.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UML diagrams</a:t>
            </a:r>
          </a:p>
          <a:p>
            <a:r>
              <a:t>Database / ERD</a:t>
            </a:r>
          </a:p>
          <a:p>
            <a:r>
              <a:t>UI wireframes or prototype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r>
              <a:t>Backend/API</a:t>
            </a:r>
          </a:p>
          <a:p>
            <a:r>
              <a:t>Database</a:t>
            </a:r>
          </a:p>
          <a:p>
            <a:r>
              <a:t>Cloud/services</a:t>
            </a:r>
          </a:p>
          <a:p>
            <a:r>
              <a:t>Version control and development tools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the most important user journey.</a:t>
            </a:r>
          </a:p>
          <a:p>
            <a:r>
              <a:t>Use realistic test data.</a:t>
            </a:r>
          </a:p>
          <a:p>
            <a:r>
              <a:t>Show validation and error handling.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8. 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strategy</a:t>
            </a:r>
          </a:p>
          <a:p>
            <a:r>
              <a:t>Key test cases</a:t>
            </a:r>
          </a:p>
          <a:p>
            <a:r>
              <a:t>Pass/fail results</a:t>
            </a:r>
          </a:p>
          <a:p>
            <a:r>
              <a:t>Defects fixed</a:t>
            </a:r>
          </a:p>
          <a:p>
            <a:r>
              <a:t>Performance/usability evidence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9.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Did the system meet requirements?</a:t>
            </a:r>
          </a:p>
          <a:p>
            <a:r>
              <a:t>Were objectives achieved?</a:t>
            </a:r>
          </a:p>
          <a:p>
            <a:r>
              <a:t>What evidence supports your judgement?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 Conclusion, 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conclusion</a:t>
            </a:r>
          </a:p>
          <a:p>
            <a:r>
              <a:t>Limitations</a:t>
            </a:r>
          </a:p>
          <a:p>
            <a:r>
              <a:t>Recommendations</a:t>
            </a:r>
          </a:p>
          <a:p>
            <a:r>
              <a:t>Future improvements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11.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you.</a:t>
            </a:r>
          </a:p>
          <a:p>
            <a:r>
              <a:t>Be ready to explain design decisions and individual contributions.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